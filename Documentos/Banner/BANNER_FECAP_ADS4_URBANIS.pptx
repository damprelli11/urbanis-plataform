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560" y="-3965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URBANIS</a:t>
            </a:r>
            <a:endParaRPr lang="en-US"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927175" y="6355587"/>
            <a:ext cx="26889453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25"/>
              </a:lnSpc>
            </a:pPr>
            <a:r>
              <a:rPr lang="pt-BR" sz="4762" b="1" dirty="0">
                <a:latin typeface="Open Sans"/>
                <a:ea typeface="Open Sans"/>
                <a:cs typeface="Open Sans"/>
                <a:sym typeface="Open Sans"/>
              </a:rPr>
              <a:t>Cassio Gama, Luiz Eduardo, Henrique Jorge, Renan Damprelli, Pedro Augusto Macedo </a:t>
            </a: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pt-BR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Aimar Martins Lopes</a:t>
            </a:r>
            <a:endParaRPr lang="pt-BR" dirty="0"/>
          </a:p>
        </p:txBody>
      </p:sp>
      <p:sp>
        <p:nvSpPr>
          <p:cNvPr id="128" name="Google Shape;128;p1"/>
          <p:cNvSpPr txBox="1"/>
          <p:nvPr/>
        </p:nvSpPr>
        <p:spPr>
          <a:xfrm>
            <a:off x="15353293" y="19675311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Gráfico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01: </a:t>
            </a:r>
            <a:r>
              <a:rPr lang="pt-BR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Análise Exploratória por Distrito (Censo 2022)</a:t>
            </a:r>
            <a:endParaRPr dirty="0"/>
          </a:p>
        </p:txBody>
      </p:sp>
      <p:sp>
        <p:nvSpPr>
          <p:cNvPr id="129" name="Google Shape;129;p1"/>
          <p:cNvSpPr txBox="1"/>
          <p:nvPr/>
        </p:nvSpPr>
        <p:spPr>
          <a:xfrm>
            <a:off x="15353293" y="28652305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47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BGE. Censo Demográfico 2022. </a:t>
            </a:r>
          </a:p>
          <a:p>
            <a:pPr lvl="0" algn="just">
              <a:lnSpc>
                <a:spcPct val="140000"/>
              </a:lnSpc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just">
              <a:lnSpc>
                <a:spcPct val="140000"/>
              </a:lnSpc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SEADE. Indicadores Socioeconômicos do Estado de São Paulo.</a:t>
            </a:r>
          </a:p>
          <a:p>
            <a:pPr lvl="0" algn="just">
              <a:lnSpc>
                <a:spcPct val="140000"/>
              </a:lnSpc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just">
              <a:lnSpc>
                <a:spcPct val="140000"/>
              </a:lnSpc>
            </a:pP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GeoSampa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. Base de dados geoespaciais do município de São Paulo.</a:t>
            </a:r>
          </a:p>
          <a:p>
            <a:pPr lvl="0" algn="just">
              <a:lnSpc>
                <a:spcPct val="140000"/>
              </a:lnSpc>
            </a:pPr>
            <a:endParaRPr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59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projeto foi desenvolvido utilizando Python como linguagem principal, com apoio de bibliotecas para análise e visualização de dados, além de plataformas interativas para construção do protótipo.</a:t>
            </a:r>
            <a:endParaRPr lang="pt-BR" dirty="0">
              <a:ea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Python</a:t>
            </a:r>
            <a:endParaRPr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Streamlit</a:t>
            </a:r>
            <a:endParaRPr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Pandas</a:t>
            </a:r>
            <a:endParaRPr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análise de dados urbanos ainda representa um desafio para empresas e gestores públicos. Embora existam diversas fontes como IBGE e órgãos estaduais, essas informações são dispersas, técnicas e pouco acessíveis para interpretação prática.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 maioria dos casos, decisões territoriais são tomadas sem o apoio de análises estruturadas, o que aumenta a incerteza e dificulta a comparação entre regiões, limitando o uso estratégico dos dados disponíveis.</a:t>
            </a: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Diante desse cenário, a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Urbanis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propõe a construção de um indicador exploratório denominado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UrbanScore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capaz de sintetizar diferentes características urbanas em uma métrica comparável entre regiões.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modelo combina variáveis como densidade demográfica e uma aproximação de infraestrutura urbana, permitindo gerar uma visão integrada do território. A proposta é reduzir a complexidade dos dados e apoiar análises comparativas, sem caráter decisório.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81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aplicação do modelo evidenciou variações entre os distritos analisados, principalmente em relação à densidade demográfica. 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UrbanScore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permitiu organizar essas diferenças em uma métrica padronizada, facilitando a comparação entre regiões.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Observa-se que distritos mais densos tendem a apresentar valores mais elevados no indicador, enquanto regiões com menor densidade apresentam valores inferiores dentro da distribuição analisada. Os resultados possuem caráter exploratório e refletem exclusivamente as variáveis consideradas no modelo.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52005F-C934-4F38-5733-6E1A4D281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7418DE-CCD8-9636-BB45-EA954D5DC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19CAC44-FA23-DF91-8B08-BF28480EC9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38739" y="20868912"/>
            <a:ext cx="12447789" cy="74213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343</Words>
  <Application>Microsoft Office PowerPoint</Application>
  <PresentationFormat>Personalizar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Inter</vt:lpstr>
      <vt:lpstr>Calibri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Luiz Eduardo Souza Rocha - 24026664</cp:lastModifiedBy>
  <cp:revision>2</cp:revision>
  <dcterms:created xsi:type="dcterms:W3CDTF">2006-08-16T00:00:00Z</dcterms:created>
  <dcterms:modified xsi:type="dcterms:W3CDTF">2026-05-05T15:32:29Z</dcterms:modified>
</cp:coreProperties>
</file>