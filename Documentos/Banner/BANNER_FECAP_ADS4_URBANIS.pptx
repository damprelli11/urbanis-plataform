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28800425" cy="43200638"/>
  <p:notesSz cx="6858000" cy="9144000"/>
  <p:embeddedFontLst>
    <p:embeddedFont>
      <p:font typeface="Inter" panose="020B0604020202020204" charset="0"/>
      <p:regular r:id="rId4"/>
      <p:bold r:id="rId5"/>
      <p:italic r:id="rId6"/>
      <p:boldItalic r:id="rId7"/>
    </p:embeddedFont>
    <p:embeddedFont>
      <p:font typeface="Open Sans" pitchFamily="2" charset="0"/>
      <p:regular r:id="rId8"/>
      <p:bold r:id="rId9"/>
      <p:italic r:id="rId10"/>
      <p:boldItalic r:id="rId1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4366">
          <p15:clr>
            <a:srgbClr val="A4A3A4"/>
          </p15:clr>
        </p15:guide>
        <p15:guide id="2" pos="5488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13" roundtripDataSignature="AMtx7mi+9yr4mDS8zg5+kfXTqvtBuST67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33" d="100"/>
          <a:sy n="33" d="100"/>
        </p:scale>
        <p:origin x="1866" y="-1650"/>
      </p:cViewPr>
      <p:guideLst>
        <p:guide orient="horz" pos="4366"/>
        <p:guide pos="548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customschemas.google.com/relationships/presentationmetadata" Target="metadata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viewProps" Target="viewProp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685800"/>
            <a:ext cx="228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>
            <a:spLocks noGrp="1"/>
          </p:cNvSpPr>
          <p:nvPr>
            <p:ph type="ctrTitle"/>
          </p:nvPr>
        </p:nvSpPr>
        <p:spPr>
          <a:xfrm>
            <a:off x="1306910" y="4305947"/>
            <a:ext cx="14811647" cy="29711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4"/>
          <p:cNvSpPr txBox="1">
            <a:spLocks noGrp="1"/>
          </p:cNvSpPr>
          <p:nvPr>
            <p:ph type="subTitle" idx="1"/>
          </p:nvPr>
        </p:nvSpPr>
        <p:spPr>
          <a:xfrm>
            <a:off x="2613820" y="7854662"/>
            <a:ext cx="12197827" cy="3542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1220"/>
              </a:spcBef>
              <a:spcAft>
                <a:spcPts val="0"/>
              </a:spcAft>
              <a:buClr>
                <a:srgbClr val="888888"/>
              </a:buClr>
              <a:buSzPts val="6098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1067"/>
              </a:spcBef>
              <a:spcAft>
                <a:spcPts val="0"/>
              </a:spcAft>
              <a:buClr>
                <a:srgbClr val="888888"/>
              </a:buClr>
              <a:buSzPts val="533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915"/>
              </a:spcBef>
              <a:spcAft>
                <a:spcPts val="0"/>
              </a:spcAft>
              <a:buClr>
                <a:srgbClr val="888888"/>
              </a:buClr>
              <a:buSzPts val="4574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>
            <a:spLocks noGrp="1"/>
          </p:cNvSpPr>
          <p:nvPr>
            <p:ph type="title"/>
          </p:nvPr>
        </p:nvSpPr>
        <p:spPr>
          <a:xfrm>
            <a:off x="1376492" y="8907084"/>
            <a:ext cx="14811647" cy="27529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623"/>
              <a:buFont typeface="Calibri"/>
              <a:buNone/>
              <a:defRPr sz="7623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6"/>
          <p:cNvSpPr txBox="1">
            <a:spLocks noGrp="1"/>
          </p:cNvSpPr>
          <p:nvPr>
            <p:ph type="body" idx="1"/>
          </p:nvPr>
        </p:nvSpPr>
        <p:spPr>
          <a:xfrm>
            <a:off x="1376492" y="5874955"/>
            <a:ext cx="14811647" cy="3032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762"/>
              </a:spcBef>
              <a:spcAft>
                <a:spcPts val="0"/>
              </a:spcAft>
              <a:buClr>
                <a:srgbClr val="888888"/>
              </a:buClr>
              <a:buSzPts val="3811"/>
              <a:buNone/>
              <a:defRPr sz="3811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686"/>
              </a:spcBef>
              <a:spcAft>
                <a:spcPts val="0"/>
              </a:spcAft>
              <a:buClr>
                <a:srgbClr val="888888"/>
              </a:buClr>
              <a:buSzPts val="3430"/>
              <a:buNone/>
              <a:defRPr sz="343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610"/>
              </a:spcBef>
              <a:spcAft>
                <a:spcPts val="0"/>
              </a:spcAft>
              <a:buClr>
                <a:srgbClr val="888888"/>
              </a:buClr>
              <a:buSzPts val="3049"/>
              <a:buNone/>
              <a:defRPr sz="3049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534"/>
              </a:spcBef>
              <a:spcAft>
                <a:spcPts val="0"/>
              </a:spcAft>
              <a:buClr>
                <a:srgbClr val="888888"/>
              </a:buClr>
              <a:buSzPts val="2668"/>
              <a:buNone/>
              <a:defRPr sz="2668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body" idx="2"/>
          </p:nvPr>
        </p:nvSpPr>
        <p:spPr>
          <a:xfrm>
            <a:off x="8857946" y="3234273"/>
            <a:ext cx="7696248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•"/>
              <a:defRPr sz="5336"/>
            </a:lvl1pPr>
            <a:lvl2pPr marL="914400" lvl="1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–"/>
              <a:defRPr sz="4574"/>
            </a:lvl2pPr>
            <a:lvl3pPr marL="1371600" lvl="2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3pPr>
            <a:lvl4pPr marL="1828800" lvl="3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–"/>
              <a:defRPr sz="3430"/>
            </a:lvl4pPr>
            <a:lvl5pPr marL="2286000" lvl="4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»"/>
              <a:defRPr sz="3430"/>
            </a:lvl5pPr>
            <a:lvl6pPr marL="2743200" lvl="5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6pPr>
            <a:lvl7pPr marL="3200400" lvl="6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7pPr>
            <a:lvl8pPr marL="3657600" lvl="7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8pPr>
            <a:lvl9pPr marL="4114800" lvl="8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9pPr>
          </a:lstStyle>
          <a:p>
            <a:endParaRPr/>
          </a:p>
        </p:txBody>
      </p:sp>
      <p:sp>
        <p:nvSpPr>
          <p:cNvPr id="37" name="Google Shape;37;p7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body" idx="1"/>
          </p:nvPr>
        </p:nvSpPr>
        <p:spPr>
          <a:xfrm>
            <a:off x="871273" y="3102721"/>
            <a:ext cx="7699274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body" idx="2"/>
          </p:nvPr>
        </p:nvSpPr>
        <p:spPr>
          <a:xfrm>
            <a:off x="871273" y="4395787"/>
            <a:ext cx="7699274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body" idx="3"/>
          </p:nvPr>
        </p:nvSpPr>
        <p:spPr>
          <a:xfrm>
            <a:off x="8851896" y="3102721"/>
            <a:ext cx="7702299" cy="12930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None/>
              <a:defRPr sz="4574" b="1"/>
            </a:lvl1pPr>
            <a:lvl2pPr marL="914400" lvl="1" indent="-228600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None/>
              <a:defRPr sz="3811" b="1"/>
            </a:lvl2pPr>
            <a:lvl3pPr marL="1371600" lvl="2" indent="-228600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None/>
              <a:defRPr sz="3430" b="1"/>
            </a:lvl3pPr>
            <a:lvl4pPr marL="1828800" lvl="3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4pPr>
            <a:lvl5pPr marL="2286000" lvl="4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5pPr>
            <a:lvl6pPr marL="2743200" lvl="5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6pPr>
            <a:lvl7pPr marL="3200400" lvl="6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7pPr>
            <a:lvl8pPr marL="3657600" lvl="7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8pPr>
            <a:lvl9pPr marL="4114800" lvl="8" indent="-228600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None/>
              <a:defRPr sz="3049" b="1"/>
            </a:lvl9pPr>
          </a:lstStyle>
          <a:p>
            <a:endParaRPr/>
          </a:p>
        </p:txBody>
      </p:sp>
      <p:sp>
        <p:nvSpPr>
          <p:cNvPr id="45" name="Google Shape;45;p8"/>
          <p:cNvSpPr txBox="1">
            <a:spLocks noGrp="1"/>
          </p:cNvSpPr>
          <p:nvPr>
            <p:ph type="body" idx="4"/>
          </p:nvPr>
        </p:nvSpPr>
        <p:spPr>
          <a:xfrm>
            <a:off x="8851896" y="4395787"/>
            <a:ext cx="7702299" cy="79862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1pPr>
            <a:lvl2pPr marL="914400" lvl="1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2pPr>
            <a:lvl3pPr marL="1371600" lvl="2" indent="-446405" algn="l">
              <a:spcBef>
                <a:spcPts val="686"/>
              </a:spcBef>
              <a:spcAft>
                <a:spcPts val="0"/>
              </a:spcAft>
              <a:buClr>
                <a:schemeClr val="dk1"/>
              </a:buClr>
              <a:buSzPts val="3430"/>
              <a:buChar char="•"/>
              <a:defRPr sz="3430"/>
            </a:lvl3pPr>
            <a:lvl4pPr marL="1828800" lvl="3" indent="-422212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–"/>
              <a:defRPr sz="3049"/>
            </a:lvl4pPr>
            <a:lvl5pPr marL="2286000" lvl="4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»"/>
              <a:defRPr sz="3049"/>
            </a:lvl5pPr>
            <a:lvl6pPr marL="2743200" lvl="5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6pPr>
            <a:lvl7pPr marL="3200400" lvl="6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7pPr>
            <a:lvl8pPr marL="3657600" lvl="7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8pPr>
            <a:lvl9pPr marL="4114800" lvl="8" indent="-422211" algn="l">
              <a:spcBef>
                <a:spcPts val="610"/>
              </a:spcBef>
              <a:spcAft>
                <a:spcPts val="0"/>
              </a:spcAft>
              <a:buClr>
                <a:schemeClr val="dk1"/>
              </a:buClr>
              <a:buSzPts val="3049"/>
              <a:buChar char="•"/>
              <a:defRPr sz="3049"/>
            </a:lvl9pPr>
          </a:lstStyle>
          <a:p>
            <a:endParaRPr/>
          </a:p>
        </p:txBody>
      </p:sp>
      <p:sp>
        <p:nvSpPr>
          <p:cNvPr id="46" name="Google Shape;46;p8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>
            <a:spLocks noGrp="1"/>
          </p:cNvSpPr>
          <p:nvPr>
            <p:ph type="title"/>
          </p:nvPr>
        </p:nvSpPr>
        <p:spPr>
          <a:xfrm>
            <a:off x="871274" y="551880"/>
            <a:ext cx="5732859" cy="23486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6812874" y="551881"/>
            <a:ext cx="9741320" cy="118301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615823" algn="l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Char char="•"/>
              <a:defRPr sz="6098"/>
            </a:lvl1pPr>
            <a:lvl2pPr marL="914400" lvl="1" indent="-567436" algn="l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Char char="–"/>
              <a:defRPr sz="5336"/>
            </a:lvl2pPr>
            <a:lvl3pPr marL="1371600" lvl="2" indent="-519049" algn="l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Char char="•"/>
              <a:defRPr sz="4574"/>
            </a:lvl3pPr>
            <a:lvl4pPr marL="1828800" lvl="3" indent="-470599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–"/>
              <a:defRPr sz="3811"/>
            </a:lvl4pPr>
            <a:lvl5pPr marL="2286000" lvl="4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»"/>
              <a:defRPr sz="3811"/>
            </a:lvl5pPr>
            <a:lvl6pPr marL="2743200" lvl="5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6pPr>
            <a:lvl7pPr marL="3200400" lvl="6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7pPr>
            <a:lvl8pPr marL="3657600" lvl="7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8pPr>
            <a:lvl9pPr marL="4114800" lvl="8" indent="-470598" algn="l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Char char="•"/>
              <a:defRPr sz="3811"/>
            </a:lvl9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body" idx="2"/>
          </p:nvPr>
        </p:nvSpPr>
        <p:spPr>
          <a:xfrm>
            <a:off x="871274" y="2900579"/>
            <a:ext cx="5732859" cy="9481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58" name="Google Shape;58;p10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0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>
            <a:spLocks noGrp="1"/>
          </p:cNvSpPr>
          <p:nvPr>
            <p:ph type="title"/>
          </p:nvPr>
        </p:nvSpPr>
        <p:spPr>
          <a:xfrm>
            <a:off x="3415514" y="9702817"/>
            <a:ext cx="10455280" cy="1145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811"/>
              <a:buFont typeface="Calibri"/>
              <a:buNone/>
              <a:defRPr sz="3811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1"/>
          <p:cNvSpPr>
            <a:spLocks noGrp="1"/>
          </p:cNvSpPr>
          <p:nvPr>
            <p:ph type="pic" idx="2"/>
          </p:nvPr>
        </p:nvSpPr>
        <p:spPr>
          <a:xfrm>
            <a:off x="3415514" y="1238521"/>
            <a:ext cx="10455280" cy="83167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>
            <a:spLocks noGrp="1"/>
          </p:cNvSpPr>
          <p:nvPr>
            <p:ph type="body" idx="1"/>
          </p:nvPr>
        </p:nvSpPr>
        <p:spPr>
          <a:xfrm>
            <a:off x="3415514" y="10848290"/>
            <a:ext cx="10455280" cy="162676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534"/>
              </a:spcBef>
              <a:spcAft>
                <a:spcPts val="0"/>
              </a:spcAft>
              <a:buClr>
                <a:schemeClr val="dk1"/>
              </a:buClr>
              <a:buSzPts val="2668"/>
              <a:buNone/>
              <a:defRPr sz="2668"/>
            </a:lvl1pPr>
            <a:lvl2pPr marL="914400" lvl="1" indent="-228600" algn="l">
              <a:spcBef>
                <a:spcPts val="457"/>
              </a:spcBef>
              <a:spcAft>
                <a:spcPts val="0"/>
              </a:spcAft>
              <a:buClr>
                <a:schemeClr val="dk1"/>
              </a:buClr>
              <a:buSzPts val="2287"/>
              <a:buNone/>
              <a:defRPr sz="2287"/>
            </a:lvl2pPr>
            <a:lvl3pPr marL="1371600" lvl="2" indent="-228600" algn="l">
              <a:spcBef>
                <a:spcPts val="381"/>
              </a:spcBef>
              <a:spcAft>
                <a:spcPts val="0"/>
              </a:spcAft>
              <a:buClr>
                <a:schemeClr val="dk1"/>
              </a:buClr>
              <a:buSzPts val="1906"/>
              <a:buNone/>
              <a:defRPr sz="1906"/>
            </a:lvl3pPr>
            <a:lvl4pPr marL="1828800" lvl="3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4pPr>
            <a:lvl5pPr marL="2286000" lvl="4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5pPr>
            <a:lvl6pPr marL="2743200" lvl="5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6pPr>
            <a:lvl7pPr marL="3200400" lvl="6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7pPr>
            <a:lvl8pPr marL="3657600" lvl="7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8pPr>
            <a:lvl9pPr marL="4114800" lvl="8" indent="-228600" algn="l">
              <a:spcBef>
                <a:spcPts val="343"/>
              </a:spcBef>
              <a:spcAft>
                <a:spcPts val="0"/>
              </a:spcAft>
              <a:buClr>
                <a:schemeClr val="dk1"/>
              </a:buClr>
              <a:buSzPts val="1715"/>
              <a:buNone/>
              <a:defRPr sz="1715"/>
            </a:lvl9pPr>
          </a:lstStyle>
          <a:p>
            <a:endParaRPr/>
          </a:p>
        </p:txBody>
      </p:sp>
      <p:sp>
        <p:nvSpPr>
          <p:cNvPr id="65" name="Google Shape;65;p11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1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2"/>
          <p:cNvSpPr txBox="1">
            <a:spLocks noGrp="1"/>
          </p:cNvSpPr>
          <p:nvPr>
            <p:ph type="body" idx="1"/>
          </p:nvPr>
        </p:nvSpPr>
        <p:spPr>
          <a:xfrm rot="5400000">
            <a:off x="4138869" y="-33322"/>
            <a:ext cx="9147730" cy="15682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title"/>
          </p:nvPr>
        </p:nvSpPr>
        <p:spPr>
          <a:xfrm rot="5400000">
            <a:off x="8680373" y="4508182"/>
            <a:ext cx="11826913" cy="3920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body" idx="1"/>
          </p:nvPr>
        </p:nvSpPr>
        <p:spPr>
          <a:xfrm rot="5400000">
            <a:off x="693699" y="732664"/>
            <a:ext cx="11826913" cy="114717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3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3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>
            <a:spLocks noGrp="1"/>
          </p:cNvSpPr>
          <p:nvPr>
            <p:ph type="title"/>
          </p:nvPr>
        </p:nvSpPr>
        <p:spPr>
          <a:xfrm>
            <a:off x="871273" y="555089"/>
            <a:ext cx="15682921" cy="2310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385"/>
              <a:buFont typeface="Calibri"/>
              <a:buNone/>
              <a:defRPr sz="8385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"/>
          <p:cNvSpPr txBox="1">
            <a:spLocks noGrp="1"/>
          </p:cNvSpPr>
          <p:nvPr>
            <p:ph type="body" idx="1"/>
          </p:nvPr>
        </p:nvSpPr>
        <p:spPr>
          <a:xfrm>
            <a:off x="871273" y="3234273"/>
            <a:ext cx="15682921" cy="9147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615823" algn="l" rtl="0">
              <a:spcBef>
                <a:spcPts val="1220"/>
              </a:spcBef>
              <a:spcAft>
                <a:spcPts val="0"/>
              </a:spcAft>
              <a:buClr>
                <a:schemeClr val="dk1"/>
              </a:buClr>
              <a:buSzPts val="6098"/>
              <a:buFont typeface="Arial"/>
              <a:buChar char="•"/>
              <a:defRPr sz="609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567436" algn="l" rtl="0"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5336"/>
              <a:buFont typeface="Arial"/>
              <a:buChar char="–"/>
              <a:defRPr sz="5336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519049" algn="l" rtl="0">
              <a:spcBef>
                <a:spcPts val="915"/>
              </a:spcBef>
              <a:spcAft>
                <a:spcPts val="0"/>
              </a:spcAft>
              <a:buClr>
                <a:schemeClr val="dk1"/>
              </a:buClr>
              <a:buSzPts val="4574"/>
              <a:buFont typeface="Arial"/>
              <a:buChar char="•"/>
              <a:defRPr sz="457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470599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–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»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470598" algn="l" rtl="0">
              <a:spcBef>
                <a:spcPts val="762"/>
              </a:spcBef>
              <a:spcAft>
                <a:spcPts val="0"/>
              </a:spcAft>
              <a:buClr>
                <a:schemeClr val="dk1"/>
              </a:buClr>
              <a:buSzPts val="3811"/>
              <a:buFont typeface="Arial"/>
              <a:buChar char="•"/>
              <a:defRPr sz="3811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"/>
          <p:cNvSpPr txBox="1">
            <a:spLocks noGrp="1"/>
          </p:cNvSpPr>
          <p:nvPr>
            <p:ph type="dt" idx="10"/>
          </p:nvPr>
        </p:nvSpPr>
        <p:spPr>
          <a:xfrm>
            <a:off x="871274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"/>
          <p:cNvSpPr txBox="1">
            <a:spLocks noGrp="1"/>
          </p:cNvSpPr>
          <p:nvPr>
            <p:ph type="ftr" idx="11"/>
          </p:nvPr>
        </p:nvSpPr>
        <p:spPr>
          <a:xfrm>
            <a:off x="5953701" y="12847249"/>
            <a:ext cx="5518065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552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ldNum" idx="12"/>
          </p:nvPr>
        </p:nvSpPr>
        <p:spPr>
          <a:xfrm>
            <a:off x="12488252" y="12847249"/>
            <a:ext cx="4065942" cy="737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2287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44F37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4" name="Google Shape;84;p1"/>
          <p:cNvGrpSpPr/>
          <p:nvPr/>
        </p:nvGrpSpPr>
        <p:grpSpPr>
          <a:xfrm>
            <a:off x="-234721" y="36273035"/>
            <a:ext cx="29324843" cy="6968084"/>
            <a:chOff x="0" y="-47625"/>
            <a:chExt cx="3032124" cy="655203"/>
          </a:xfrm>
        </p:grpSpPr>
        <p:sp>
          <p:nvSpPr>
            <p:cNvPr id="85" name="Google Shape;85;p1"/>
            <p:cNvSpPr/>
            <p:nvPr/>
          </p:nvSpPr>
          <p:spPr>
            <a:xfrm>
              <a:off x="0" y="0"/>
              <a:ext cx="3032124" cy="607578"/>
            </a:xfrm>
            <a:custGeom>
              <a:avLst/>
              <a:gdLst/>
              <a:ahLst/>
              <a:cxnLst/>
              <a:rect l="l" t="t" r="r" b="b"/>
              <a:pathLst>
                <a:path w="3032124" h="607578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607578"/>
                  </a:lnTo>
                  <a:lnTo>
                    <a:pt x="0" y="607578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"/>
            <p:cNvSpPr txBox="1"/>
            <p:nvPr/>
          </p:nvSpPr>
          <p:spPr>
            <a:xfrm>
              <a:off x="0" y="-47625"/>
              <a:ext cx="3032124" cy="65520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87" name="Google Shape;87;p1"/>
          <p:cNvSpPr/>
          <p:nvPr/>
        </p:nvSpPr>
        <p:spPr>
          <a:xfrm>
            <a:off x="3163237" y="34829695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2"/>
                </a:lnTo>
                <a:lnTo>
                  <a:pt x="0" y="7509692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88" name="Google Shape;88;p1"/>
          <p:cNvGrpSpPr/>
          <p:nvPr/>
        </p:nvGrpSpPr>
        <p:grpSpPr>
          <a:xfrm>
            <a:off x="-234720" y="28800364"/>
            <a:ext cx="29304069" cy="9759747"/>
            <a:chOff x="0" y="-47625"/>
            <a:chExt cx="3163653" cy="917701"/>
          </a:xfrm>
        </p:grpSpPr>
        <p:sp>
          <p:nvSpPr>
            <p:cNvPr id="89" name="Google Shape;89;p1"/>
            <p:cNvSpPr/>
            <p:nvPr/>
          </p:nvSpPr>
          <p:spPr>
            <a:xfrm>
              <a:off x="0" y="0"/>
              <a:ext cx="3163653" cy="870076"/>
            </a:xfrm>
            <a:custGeom>
              <a:avLst/>
              <a:gdLst/>
              <a:ahLst/>
              <a:cxnLst/>
              <a:rect l="l" t="t" r="r" b="b"/>
              <a:pathLst>
                <a:path w="3163653" h="870076" extrusionOk="0">
                  <a:moveTo>
                    <a:pt x="0" y="0"/>
                  </a:moveTo>
                  <a:lnTo>
                    <a:pt x="3163653" y="0"/>
                  </a:lnTo>
                  <a:lnTo>
                    <a:pt x="3163653" y="870076"/>
                  </a:lnTo>
                  <a:lnTo>
                    <a:pt x="0" y="870076"/>
                  </a:lnTo>
                  <a:close/>
                </a:path>
              </a:pathLst>
            </a:custGeom>
            <a:solidFill>
              <a:srgbClr val="044F3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0" name="Google Shape;90;p1"/>
            <p:cNvSpPr txBox="1"/>
            <p:nvPr/>
          </p:nvSpPr>
          <p:spPr>
            <a:xfrm>
              <a:off x="0" y="-47625"/>
              <a:ext cx="3163653" cy="917701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l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1" name="Google Shape;91;p1"/>
          <p:cNvGrpSpPr/>
          <p:nvPr/>
        </p:nvGrpSpPr>
        <p:grpSpPr>
          <a:xfrm>
            <a:off x="-234719" y="21010291"/>
            <a:ext cx="29324842" cy="9460531"/>
            <a:chOff x="0" y="-47625"/>
            <a:chExt cx="3225442" cy="889566"/>
          </a:xfrm>
        </p:grpSpPr>
        <p:sp>
          <p:nvSpPr>
            <p:cNvPr id="92" name="Google Shape;92;p1"/>
            <p:cNvSpPr/>
            <p:nvPr/>
          </p:nvSpPr>
          <p:spPr>
            <a:xfrm>
              <a:off x="0" y="0"/>
              <a:ext cx="3225442" cy="841941"/>
            </a:xfrm>
            <a:custGeom>
              <a:avLst/>
              <a:gdLst/>
              <a:ahLst/>
              <a:cxnLst/>
              <a:rect l="l" t="t" r="r" b="b"/>
              <a:pathLst>
                <a:path w="3225442" h="841941" extrusionOk="0">
                  <a:moveTo>
                    <a:pt x="0" y="0"/>
                  </a:moveTo>
                  <a:lnTo>
                    <a:pt x="3225442" y="0"/>
                  </a:lnTo>
                  <a:lnTo>
                    <a:pt x="3225442" y="841941"/>
                  </a:lnTo>
                  <a:lnTo>
                    <a:pt x="0" y="841941"/>
                  </a:lnTo>
                  <a:close/>
                </a:path>
              </a:pathLst>
            </a:custGeom>
            <a:solidFill>
              <a:srgbClr val="023327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3" name="Google Shape;93;p1"/>
            <p:cNvSpPr txBox="1"/>
            <p:nvPr/>
          </p:nvSpPr>
          <p:spPr>
            <a:xfrm>
              <a:off x="0" y="-47625"/>
              <a:ext cx="3225442" cy="8895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4" name="Google Shape;94;p1"/>
          <p:cNvGrpSpPr/>
          <p:nvPr/>
        </p:nvGrpSpPr>
        <p:grpSpPr>
          <a:xfrm>
            <a:off x="-234720" y="15561373"/>
            <a:ext cx="29304069" cy="8372962"/>
            <a:chOff x="0" y="-47625"/>
            <a:chExt cx="3032124" cy="787302"/>
          </a:xfrm>
        </p:grpSpPr>
        <p:sp>
          <p:nvSpPr>
            <p:cNvPr id="95" name="Google Shape;95;p1"/>
            <p:cNvSpPr/>
            <p:nvPr/>
          </p:nvSpPr>
          <p:spPr>
            <a:xfrm>
              <a:off x="0" y="0"/>
              <a:ext cx="3032124" cy="739677"/>
            </a:xfrm>
            <a:custGeom>
              <a:avLst/>
              <a:gdLst/>
              <a:ahLst/>
              <a:cxnLst/>
              <a:rect l="l" t="t" r="r" b="b"/>
              <a:pathLst>
                <a:path w="3032124" h="739677" extrusionOk="0">
                  <a:moveTo>
                    <a:pt x="0" y="0"/>
                  </a:moveTo>
                  <a:lnTo>
                    <a:pt x="3032124" y="0"/>
                  </a:lnTo>
                  <a:lnTo>
                    <a:pt x="3032124" y="739677"/>
                  </a:lnTo>
                  <a:lnTo>
                    <a:pt x="0" y="739677"/>
                  </a:lnTo>
                  <a:close/>
                </a:path>
              </a:pathLst>
            </a:custGeom>
            <a:solidFill>
              <a:srgbClr val="0B9E64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6" name="Google Shape;96;p1"/>
            <p:cNvSpPr txBox="1"/>
            <p:nvPr/>
          </p:nvSpPr>
          <p:spPr>
            <a:xfrm>
              <a:off x="0" y="-47625"/>
              <a:ext cx="3032124" cy="787302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7" name="Google Shape;97;p1"/>
          <p:cNvGrpSpPr/>
          <p:nvPr/>
        </p:nvGrpSpPr>
        <p:grpSpPr>
          <a:xfrm>
            <a:off x="-234719" y="6854247"/>
            <a:ext cx="29303943" cy="9226118"/>
            <a:chOff x="0" y="-47625"/>
            <a:chExt cx="3218728" cy="867524"/>
          </a:xfrm>
        </p:grpSpPr>
        <p:sp>
          <p:nvSpPr>
            <p:cNvPr id="98" name="Google Shape;98;p1"/>
            <p:cNvSpPr/>
            <p:nvPr/>
          </p:nvSpPr>
          <p:spPr>
            <a:xfrm>
              <a:off x="0" y="0"/>
              <a:ext cx="3218728" cy="819899"/>
            </a:xfrm>
            <a:custGeom>
              <a:avLst/>
              <a:gdLst/>
              <a:ahLst/>
              <a:cxnLst/>
              <a:rect l="l" t="t" r="r" b="b"/>
              <a:pathLst>
                <a:path w="3218728" h="819899" extrusionOk="0">
                  <a:moveTo>
                    <a:pt x="0" y="0"/>
                  </a:moveTo>
                  <a:lnTo>
                    <a:pt x="3218728" y="0"/>
                  </a:lnTo>
                  <a:lnTo>
                    <a:pt x="3218728" y="819899"/>
                  </a:lnTo>
                  <a:lnTo>
                    <a:pt x="0" y="819899"/>
                  </a:lnTo>
                  <a:close/>
                </a:path>
              </a:pathLst>
            </a:custGeom>
            <a:solidFill>
              <a:srgbClr val="07734C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1"/>
            <p:cNvSpPr txBox="1"/>
            <p:nvPr/>
          </p:nvSpPr>
          <p:spPr>
            <a:xfrm>
              <a:off x="0" y="-47625"/>
              <a:ext cx="3218728" cy="86752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0" name="Google Shape;100;p1"/>
          <p:cNvGrpSpPr/>
          <p:nvPr/>
        </p:nvGrpSpPr>
        <p:grpSpPr>
          <a:xfrm>
            <a:off x="-234719" y="-573881"/>
            <a:ext cx="29324841" cy="9050021"/>
            <a:chOff x="0" y="-47625"/>
            <a:chExt cx="2755436" cy="850966"/>
          </a:xfrm>
        </p:grpSpPr>
        <p:sp>
          <p:nvSpPr>
            <p:cNvPr id="101" name="Google Shape;101;p1"/>
            <p:cNvSpPr/>
            <p:nvPr/>
          </p:nvSpPr>
          <p:spPr>
            <a:xfrm>
              <a:off x="0" y="0"/>
              <a:ext cx="2755436" cy="803341"/>
            </a:xfrm>
            <a:custGeom>
              <a:avLst/>
              <a:gdLst/>
              <a:ahLst/>
              <a:cxnLst/>
              <a:rect l="l" t="t" r="r" b="b"/>
              <a:pathLst>
                <a:path w="2755436" h="803341" extrusionOk="0">
                  <a:moveTo>
                    <a:pt x="0" y="0"/>
                  </a:moveTo>
                  <a:lnTo>
                    <a:pt x="2755436" y="0"/>
                  </a:lnTo>
                  <a:lnTo>
                    <a:pt x="2755436" y="803341"/>
                  </a:lnTo>
                  <a:lnTo>
                    <a:pt x="0" y="803341"/>
                  </a:lnTo>
                  <a:close/>
                </a:path>
              </a:pathLst>
            </a:custGeom>
            <a:solidFill>
              <a:srgbClr val="10E68E"/>
            </a:solid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2" name="Google Shape;102;p1"/>
            <p:cNvSpPr txBox="1"/>
            <p:nvPr/>
          </p:nvSpPr>
          <p:spPr>
            <a:xfrm>
              <a:off x="0" y="-47625"/>
              <a:ext cx="2755436" cy="85096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3" name="Google Shape;103;p1"/>
          <p:cNvGrpSpPr/>
          <p:nvPr/>
        </p:nvGrpSpPr>
        <p:grpSpPr>
          <a:xfrm rot="-5400000">
            <a:off x="10939017" y="13420436"/>
            <a:ext cx="20731171" cy="13057756"/>
            <a:chOff x="0" y="-47625"/>
            <a:chExt cx="1922704" cy="1224620"/>
          </a:xfrm>
        </p:grpSpPr>
        <p:sp>
          <p:nvSpPr>
            <p:cNvPr id="104" name="Google Shape;104;p1"/>
            <p:cNvSpPr/>
            <p:nvPr/>
          </p:nvSpPr>
          <p:spPr>
            <a:xfrm>
              <a:off x="0" y="0"/>
              <a:ext cx="1922704" cy="1176995"/>
            </a:xfrm>
            <a:custGeom>
              <a:avLst/>
              <a:gdLst/>
              <a:ahLst/>
              <a:cxnLst/>
              <a:rect l="l" t="t" r="r" b="b"/>
              <a:pathLst>
                <a:path w="1922704" h="1176995" extrusionOk="0">
                  <a:moveTo>
                    <a:pt x="0" y="0"/>
                  </a:moveTo>
                  <a:lnTo>
                    <a:pt x="1922704" y="0"/>
                  </a:lnTo>
                  <a:lnTo>
                    <a:pt x="1922704" y="1176995"/>
                  </a:lnTo>
                  <a:lnTo>
                    <a:pt x="0" y="1176995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5" name="Google Shape;105;p1"/>
            <p:cNvSpPr txBox="1"/>
            <p:nvPr/>
          </p:nvSpPr>
          <p:spPr>
            <a:xfrm>
              <a:off x="0" y="-47625"/>
              <a:ext cx="1922704" cy="12246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1"/>
          <p:cNvGrpSpPr/>
          <p:nvPr/>
        </p:nvGrpSpPr>
        <p:grpSpPr>
          <a:xfrm>
            <a:off x="927175" y="30011224"/>
            <a:ext cx="13848535" cy="8372959"/>
            <a:chOff x="0" y="-47625"/>
            <a:chExt cx="1302166" cy="868357"/>
          </a:xfrm>
        </p:grpSpPr>
        <p:sp>
          <p:nvSpPr>
            <p:cNvPr id="107" name="Google Shape;107;p1"/>
            <p:cNvSpPr/>
            <p:nvPr/>
          </p:nvSpPr>
          <p:spPr>
            <a:xfrm>
              <a:off x="0" y="0"/>
              <a:ext cx="1302166" cy="820732"/>
            </a:xfrm>
            <a:custGeom>
              <a:avLst/>
              <a:gdLst/>
              <a:ahLst/>
              <a:cxnLst/>
              <a:rect l="l" t="t" r="r" b="b"/>
              <a:pathLst>
                <a:path w="1302166" h="820732" extrusionOk="0">
                  <a:moveTo>
                    <a:pt x="0" y="0"/>
                  </a:moveTo>
                  <a:lnTo>
                    <a:pt x="1302166" y="0"/>
                  </a:lnTo>
                  <a:lnTo>
                    <a:pt x="1302166" y="820732"/>
                  </a:lnTo>
                  <a:lnTo>
                    <a:pt x="0" y="820732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8" name="Google Shape;108;p1"/>
            <p:cNvSpPr txBox="1"/>
            <p:nvPr/>
          </p:nvSpPr>
          <p:spPr>
            <a:xfrm>
              <a:off x="0" y="-47625"/>
              <a:ext cx="1302166" cy="86835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8925" tIns="88925" rIns="88925" bIns="88925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9" name="Google Shape;109;p1"/>
          <p:cNvGrpSpPr/>
          <p:nvPr/>
        </p:nvGrpSpPr>
        <p:grpSpPr>
          <a:xfrm>
            <a:off x="15289000" y="30011233"/>
            <a:ext cx="12527629" cy="8372803"/>
            <a:chOff x="0" y="-314078"/>
            <a:chExt cx="8764870" cy="5685342"/>
          </a:xfrm>
        </p:grpSpPr>
        <p:grpSp>
          <p:nvGrpSpPr>
            <p:cNvPr id="110" name="Google Shape;110;p1"/>
            <p:cNvGrpSpPr/>
            <p:nvPr/>
          </p:nvGrpSpPr>
          <p:grpSpPr>
            <a:xfrm>
              <a:off x="0" y="-314078"/>
              <a:ext cx="8764870" cy="5685342"/>
              <a:chOff x="0" y="-47625"/>
              <a:chExt cx="1329056" cy="862094"/>
            </a:xfrm>
          </p:grpSpPr>
          <p:sp>
            <p:nvSpPr>
              <p:cNvPr id="111" name="Google Shape;111;p1"/>
              <p:cNvSpPr/>
              <p:nvPr/>
            </p:nvSpPr>
            <p:spPr>
              <a:xfrm>
                <a:off x="0" y="0"/>
                <a:ext cx="1329056" cy="814469"/>
              </a:xfrm>
              <a:custGeom>
                <a:avLst/>
                <a:gdLst/>
                <a:ahLst/>
                <a:cxnLst/>
                <a:rect l="l" t="t" r="r" b="b"/>
                <a:pathLst>
                  <a:path w="1329056" h="814469" extrusionOk="0">
                    <a:moveTo>
                      <a:pt x="0" y="0"/>
                    </a:moveTo>
                    <a:lnTo>
                      <a:pt x="1329056" y="0"/>
                    </a:lnTo>
                    <a:lnTo>
                      <a:pt x="1329056" y="814469"/>
                    </a:lnTo>
                    <a:lnTo>
                      <a:pt x="0" y="814469"/>
                    </a:lnTo>
                    <a:close/>
                  </a:path>
                </a:pathLst>
              </a:custGeom>
              <a:solidFill>
                <a:srgbClr val="FFFFFF"/>
              </a:solidFill>
              <a:ln w="19050" cap="sq" cmpd="sng">
                <a:solidFill>
                  <a:srgbClr val="000000"/>
                </a:solidFill>
                <a:prstDash val="solid"/>
                <a:miter lim="8000"/>
                <a:headEnd type="none" w="sm" len="sm"/>
                <a:tailEnd type="none" w="sm" len="sm"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12" name="Google Shape;112;p1"/>
              <p:cNvSpPr txBox="1"/>
              <p:nvPr/>
            </p:nvSpPr>
            <p:spPr>
              <a:xfrm>
                <a:off x="0" y="-47625"/>
                <a:ext cx="1329056" cy="86209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6800" tIns="96800" rIns="96800" bIns="96800" anchor="ctr" anchorCtr="0">
                <a:noAutofit/>
              </a:bodyPr>
              <a:lstStyle/>
              <a:p>
                <a:pPr marL="0" marR="0" lvl="0" indent="0" algn="ctr" rtl="0">
                  <a:lnSpc>
                    <a:spcPct val="112217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6769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13" name="Google Shape;113;p1"/>
            <p:cNvSpPr txBox="1"/>
            <p:nvPr/>
          </p:nvSpPr>
          <p:spPr>
            <a:xfrm>
              <a:off x="1064599" y="235141"/>
              <a:ext cx="6635700" cy="497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marR="0" lvl="0" indent="0" algn="ctr" rtl="0">
                <a:lnSpc>
                  <a:spcPct val="10100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4762" b="1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REFERÊNCIAS</a:t>
              </a:r>
              <a:endParaRPr/>
            </a:p>
          </p:txBody>
        </p:sp>
      </p:grpSp>
      <p:sp>
        <p:nvSpPr>
          <p:cNvPr id="114" name="Google Shape;114;p1"/>
          <p:cNvSpPr/>
          <p:nvPr/>
        </p:nvSpPr>
        <p:spPr>
          <a:xfrm>
            <a:off x="-916543" y="1525353"/>
            <a:ext cx="8571184" cy="2454222"/>
          </a:xfrm>
          <a:custGeom>
            <a:avLst/>
            <a:gdLst/>
            <a:ahLst/>
            <a:cxnLst/>
            <a:rect l="l" t="t" r="r" b="b"/>
            <a:pathLst>
              <a:path w="4497722" h="1287851" extrusionOk="0">
                <a:moveTo>
                  <a:pt x="0" y="0"/>
                </a:moveTo>
                <a:lnTo>
                  <a:pt x="4497722" y="0"/>
                </a:lnTo>
                <a:lnTo>
                  <a:pt x="4497722" y="1287851"/>
                </a:lnTo>
                <a:lnTo>
                  <a:pt x="0" y="128785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4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"/>
          <p:cNvSpPr/>
          <p:nvPr/>
        </p:nvSpPr>
        <p:spPr>
          <a:xfrm>
            <a:off x="3163237" y="-4997460"/>
            <a:ext cx="22769151" cy="14311010"/>
          </a:xfrm>
          <a:custGeom>
            <a:avLst/>
            <a:gdLst/>
            <a:ahLst/>
            <a:cxnLst/>
            <a:rect l="l" t="t" r="r" b="b"/>
            <a:pathLst>
              <a:path w="11948094" h="7509691" extrusionOk="0">
                <a:moveTo>
                  <a:pt x="0" y="0"/>
                </a:moveTo>
                <a:lnTo>
                  <a:pt x="11948094" y="0"/>
                </a:lnTo>
                <a:lnTo>
                  <a:pt x="11948094" y="7509691"/>
                </a:lnTo>
                <a:lnTo>
                  <a:pt x="0" y="750969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 b="-48958"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"/>
          <p:cNvSpPr/>
          <p:nvPr/>
        </p:nvSpPr>
        <p:spPr>
          <a:xfrm>
            <a:off x="21014306" y="1712017"/>
            <a:ext cx="7228385" cy="2335060"/>
          </a:xfrm>
          <a:custGeom>
            <a:avLst/>
            <a:gdLst/>
            <a:ahLst/>
            <a:cxnLst/>
            <a:rect l="l" t="t" r="r" b="b"/>
            <a:pathLst>
              <a:path w="3793089" h="1225321" extrusionOk="0">
                <a:moveTo>
                  <a:pt x="0" y="0"/>
                </a:moveTo>
                <a:lnTo>
                  <a:pt x="3793089" y="0"/>
                </a:lnTo>
                <a:lnTo>
                  <a:pt x="3793089" y="1225321"/>
                </a:lnTo>
                <a:lnTo>
                  <a:pt x="0" y="1225321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5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"/>
          <p:cNvSpPr txBox="1"/>
          <p:nvPr/>
        </p:nvSpPr>
        <p:spPr>
          <a:xfrm>
            <a:off x="5432058" y="12099877"/>
            <a:ext cx="4989818" cy="658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96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077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INTRODUÇÃO</a:t>
            </a:r>
            <a:endParaRPr/>
          </a:p>
        </p:txBody>
      </p:sp>
      <p:grpSp>
        <p:nvGrpSpPr>
          <p:cNvPr id="119" name="Google Shape;119;p1"/>
          <p:cNvGrpSpPr/>
          <p:nvPr/>
        </p:nvGrpSpPr>
        <p:grpSpPr>
          <a:xfrm rot="-5400000">
            <a:off x="2494601" y="7477176"/>
            <a:ext cx="10206805" cy="14355430"/>
            <a:chOff x="0" y="-47625"/>
            <a:chExt cx="958980" cy="1348764"/>
          </a:xfrm>
        </p:grpSpPr>
        <p:sp>
          <p:nvSpPr>
            <p:cNvPr id="120" name="Google Shape;120;p1"/>
            <p:cNvSpPr/>
            <p:nvPr/>
          </p:nvSpPr>
          <p:spPr>
            <a:xfrm>
              <a:off x="0" y="0"/>
              <a:ext cx="958980" cy="1301139"/>
            </a:xfrm>
            <a:custGeom>
              <a:avLst/>
              <a:gdLst/>
              <a:ahLst/>
              <a:cxnLst/>
              <a:rect l="l" t="t" r="r" b="b"/>
              <a:pathLst>
                <a:path w="958980" h="1301139" extrusionOk="0">
                  <a:moveTo>
                    <a:pt x="0" y="0"/>
                  </a:moveTo>
                  <a:lnTo>
                    <a:pt x="958980" y="0"/>
                  </a:lnTo>
                  <a:lnTo>
                    <a:pt x="958980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1" name="Google Shape;121;p1"/>
            <p:cNvSpPr txBox="1"/>
            <p:nvPr/>
          </p:nvSpPr>
          <p:spPr>
            <a:xfrm>
              <a:off x="0" y="-47625"/>
              <a:ext cx="958980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2" name="Google Shape;122;p1"/>
          <p:cNvGrpSpPr/>
          <p:nvPr/>
        </p:nvGrpSpPr>
        <p:grpSpPr>
          <a:xfrm rot="-5400000">
            <a:off x="2460145" y="17961211"/>
            <a:ext cx="10275743" cy="14355435"/>
            <a:chOff x="0" y="-47625"/>
            <a:chExt cx="936167" cy="1348764"/>
          </a:xfrm>
        </p:grpSpPr>
        <p:sp>
          <p:nvSpPr>
            <p:cNvPr id="123" name="Google Shape;123;p1"/>
            <p:cNvSpPr/>
            <p:nvPr/>
          </p:nvSpPr>
          <p:spPr>
            <a:xfrm>
              <a:off x="0" y="0"/>
              <a:ext cx="936167" cy="1301139"/>
            </a:xfrm>
            <a:custGeom>
              <a:avLst/>
              <a:gdLst/>
              <a:ahLst/>
              <a:cxnLst/>
              <a:rect l="l" t="t" r="r" b="b"/>
              <a:pathLst>
                <a:path w="936167" h="1301139" extrusionOk="0">
                  <a:moveTo>
                    <a:pt x="0" y="0"/>
                  </a:moveTo>
                  <a:lnTo>
                    <a:pt x="936167" y="0"/>
                  </a:lnTo>
                  <a:lnTo>
                    <a:pt x="936167" y="1301139"/>
                  </a:lnTo>
                  <a:lnTo>
                    <a:pt x="0" y="1301139"/>
                  </a:lnTo>
                  <a:close/>
                </a:path>
              </a:pathLst>
            </a:custGeom>
            <a:solidFill>
              <a:srgbClr val="FFFFFF"/>
            </a:solidFill>
            <a:ln w="19050" cap="sq" cmpd="sng">
              <a:solidFill>
                <a:srgbClr val="000000"/>
              </a:solidFill>
              <a:prstDash val="solid"/>
              <a:miter lim="8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4" name="Google Shape;124;p1"/>
            <p:cNvSpPr txBox="1"/>
            <p:nvPr/>
          </p:nvSpPr>
          <p:spPr>
            <a:xfrm>
              <a:off x="0" y="-47625"/>
              <a:ext cx="936167" cy="13487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89000" tIns="89000" rIns="89000" bIns="89000" anchor="ctr" anchorCtr="0">
              <a:noAutofit/>
            </a:bodyPr>
            <a:lstStyle/>
            <a:p>
              <a:pPr marL="0" marR="0" lvl="0" indent="0" algn="ctr" rtl="0">
                <a:lnSpc>
                  <a:spcPct val="11221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6769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5" name="Google Shape;125;p1"/>
          <p:cNvSpPr/>
          <p:nvPr/>
        </p:nvSpPr>
        <p:spPr>
          <a:xfrm>
            <a:off x="22527251" y="36801439"/>
            <a:ext cx="5609093" cy="5642282"/>
          </a:xfrm>
          <a:custGeom>
            <a:avLst/>
            <a:gdLst/>
            <a:ahLst/>
            <a:cxnLst/>
            <a:rect l="l" t="t" r="r" b="b"/>
            <a:pathLst>
              <a:path w="2943367" h="2960783" extrusionOk="0">
                <a:moveTo>
                  <a:pt x="0" y="0"/>
                </a:moveTo>
                <a:lnTo>
                  <a:pt x="2943367" y="0"/>
                </a:lnTo>
                <a:lnTo>
                  <a:pt x="2943367" y="2960784"/>
                </a:lnTo>
                <a:lnTo>
                  <a:pt x="0" y="2960784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6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6769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1"/>
          <p:cNvSpPr txBox="1"/>
          <p:nvPr/>
        </p:nvSpPr>
        <p:spPr>
          <a:xfrm>
            <a:off x="-1" y="4700167"/>
            <a:ext cx="28813765" cy="17771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434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PROJETO URBANIS</a:t>
            </a:r>
            <a:endParaRPr lang="en-US" dirty="0"/>
          </a:p>
        </p:txBody>
      </p:sp>
      <p:sp>
        <p:nvSpPr>
          <p:cNvPr id="127" name="Google Shape;127;p1"/>
          <p:cNvSpPr txBox="1"/>
          <p:nvPr/>
        </p:nvSpPr>
        <p:spPr>
          <a:xfrm>
            <a:off x="927175" y="6355587"/>
            <a:ext cx="26889453" cy="20519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ctr">
              <a:lnSpc>
                <a:spcPct val="140025"/>
              </a:lnSpc>
            </a:pPr>
            <a:r>
              <a:rPr lang="pt-BR" sz="4762" b="1" dirty="0">
                <a:latin typeface="Open Sans"/>
                <a:ea typeface="Open Sans"/>
                <a:cs typeface="Open Sans"/>
                <a:sym typeface="Open Sans"/>
              </a:rPr>
              <a:t>Cassio Gama, Luiz Eduardo, Henrique Jorge, Renan Damprelli, Pedro Augusto Macedo </a:t>
            </a:r>
            <a:r>
              <a:rPr lang="pt-BR" sz="4762" b="1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Orientadores: </a:t>
            </a:r>
            <a:r>
              <a:rPr lang="pt-BR" sz="4762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Aimar Martins Lopes</a:t>
            </a:r>
            <a:endParaRPr lang="pt-BR" dirty="0"/>
          </a:p>
        </p:txBody>
      </p:sp>
      <p:sp>
        <p:nvSpPr>
          <p:cNvPr id="128" name="Google Shape;128;p1"/>
          <p:cNvSpPr txBox="1"/>
          <p:nvPr/>
        </p:nvSpPr>
        <p:spPr>
          <a:xfrm>
            <a:off x="15353293" y="19675311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Gráfico</a:t>
            </a:r>
            <a:r>
              <a:rPr lang="en-US" sz="34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01: </a:t>
            </a:r>
            <a:r>
              <a:rPr lang="pt-BR" sz="34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Análise Exploratória por Distrito (Censo 2022)</a:t>
            </a:r>
            <a:endParaRPr dirty="0"/>
          </a:p>
        </p:txBody>
      </p:sp>
      <p:sp>
        <p:nvSpPr>
          <p:cNvPr id="129" name="Google Shape;129;p1"/>
          <p:cNvSpPr txBox="1"/>
          <p:nvPr/>
        </p:nvSpPr>
        <p:spPr>
          <a:xfrm>
            <a:off x="15353293" y="28652305"/>
            <a:ext cx="12433206" cy="5330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Fonte: </a:t>
            </a:r>
            <a:r>
              <a:rPr lang="en-US" sz="343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Autoria</a:t>
            </a:r>
            <a:r>
              <a:rPr lang="en-US" sz="34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3430" dirty="0" err="1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Própria</a:t>
            </a:r>
            <a:r>
              <a:rPr lang="en-US" sz="343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 (2026)</a:t>
            </a:r>
            <a:endParaRPr dirty="0"/>
          </a:p>
        </p:txBody>
      </p:sp>
      <p:sp>
        <p:nvSpPr>
          <p:cNvPr id="130" name="Google Shape;130;p1"/>
          <p:cNvSpPr txBox="1"/>
          <p:nvPr/>
        </p:nvSpPr>
        <p:spPr>
          <a:xfrm>
            <a:off x="2561448" y="30828367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TECNOLOGIAS UTILIZADAS</a:t>
            </a:r>
            <a:endParaRPr/>
          </a:p>
        </p:txBody>
      </p:sp>
      <p:sp>
        <p:nvSpPr>
          <p:cNvPr id="131" name="Google Shape;131;p1"/>
          <p:cNvSpPr txBox="1"/>
          <p:nvPr/>
        </p:nvSpPr>
        <p:spPr>
          <a:xfrm>
            <a:off x="16608355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/>
          </a:p>
        </p:txBody>
      </p:sp>
      <p:sp>
        <p:nvSpPr>
          <p:cNvPr id="132" name="Google Shape;132;p1"/>
          <p:cNvSpPr txBox="1"/>
          <p:nvPr/>
        </p:nvSpPr>
        <p:spPr>
          <a:xfrm>
            <a:off x="2644303" y="9858095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PROBLEMA</a:t>
            </a:r>
            <a:endParaRPr/>
          </a:p>
        </p:txBody>
      </p:sp>
      <p:sp>
        <p:nvSpPr>
          <p:cNvPr id="133" name="Google Shape;133;p1"/>
          <p:cNvSpPr txBox="1"/>
          <p:nvPr/>
        </p:nvSpPr>
        <p:spPr>
          <a:xfrm>
            <a:off x="2758254" y="20302839"/>
            <a:ext cx="10186386" cy="619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100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762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PROPOSTA</a:t>
            </a:r>
            <a:endParaRPr/>
          </a:p>
        </p:txBody>
      </p:sp>
      <p:sp>
        <p:nvSpPr>
          <p:cNvPr id="134" name="Google Shape;134;p1"/>
          <p:cNvSpPr txBox="1"/>
          <p:nvPr/>
        </p:nvSpPr>
        <p:spPr>
          <a:xfrm>
            <a:off x="15966975" y="31719851"/>
            <a:ext cx="11400000" cy="54745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 algn="just">
              <a:lnSpc>
                <a:spcPct val="140000"/>
              </a:lnSpc>
            </a:pP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I</a:t>
            </a: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BGE. Censo Demográfico 2022. </a:t>
            </a:r>
          </a:p>
          <a:p>
            <a:pPr lvl="0" algn="just">
              <a:lnSpc>
                <a:spcPct val="140000"/>
              </a:lnSpc>
            </a:pPr>
            <a:endParaRPr lang="pt-BR"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lvl="0" algn="just">
              <a:lnSpc>
                <a:spcPct val="140000"/>
              </a:lnSpc>
            </a:pP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SEADE. Indicadores Socioeconômicos do Estado de São Paulo.</a:t>
            </a:r>
          </a:p>
          <a:p>
            <a:pPr lvl="0" algn="just">
              <a:lnSpc>
                <a:spcPct val="140000"/>
              </a:lnSpc>
            </a:pPr>
            <a:endParaRPr lang="pt-BR"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lvl="0" algn="just">
              <a:lnSpc>
                <a:spcPct val="140000"/>
              </a:lnSpc>
            </a:pPr>
            <a:r>
              <a:rPr lang="pt-BR" sz="3430" dirty="0" err="1">
                <a:latin typeface="Open Sans"/>
                <a:ea typeface="Open Sans"/>
                <a:cs typeface="Open Sans"/>
                <a:sym typeface="Open Sans"/>
              </a:rPr>
              <a:t>GeoSampa</a:t>
            </a:r>
            <a:r>
              <a:rPr lang="pt-BR" sz="3430" dirty="0">
                <a:latin typeface="Open Sans"/>
                <a:ea typeface="Open Sans"/>
                <a:cs typeface="Open Sans"/>
                <a:sym typeface="Open Sans"/>
              </a:rPr>
              <a:t>. Base de dados geoespaciais do município de São Paulo.</a:t>
            </a:r>
          </a:p>
          <a:p>
            <a:pPr lvl="0" algn="just">
              <a:lnSpc>
                <a:spcPct val="140000"/>
              </a:lnSpc>
            </a:pPr>
            <a:endParaRPr dirty="0"/>
          </a:p>
        </p:txBody>
      </p:sp>
      <p:sp>
        <p:nvSpPr>
          <p:cNvPr id="135" name="Google Shape;135;p1"/>
          <p:cNvSpPr txBox="1"/>
          <p:nvPr/>
        </p:nvSpPr>
        <p:spPr>
          <a:xfrm>
            <a:off x="1595875" y="31719850"/>
            <a:ext cx="12562800" cy="59118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projeto foi desenvolvido utilizando Python como linguagem principal, com apoio de bibliotecas para análise e visualização de dados, além de plataformas interativas para construção do protótipo.</a:t>
            </a:r>
            <a:endParaRPr lang="pt-BR" dirty="0">
              <a:ea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Python</a:t>
            </a:r>
            <a:endParaRPr dirty="0"/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Streamlit</a:t>
            </a:r>
            <a:endParaRPr dirty="0"/>
          </a:p>
          <a:p>
            <a:pPr marL="740593" marR="0" lvl="1" indent="-370297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30"/>
              <a:buFont typeface="Arial"/>
              <a:buChar char="•"/>
            </a:pPr>
            <a:r>
              <a:rPr lang="en-US" sz="343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Pandas</a:t>
            </a:r>
            <a:endParaRPr dirty="0"/>
          </a:p>
        </p:txBody>
      </p:sp>
      <p:sp>
        <p:nvSpPr>
          <p:cNvPr id="136" name="Google Shape;136;p1"/>
          <p:cNvSpPr txBox="1"/>
          <p:nvPr/>
        </p:nvSpPr>
        <p:spPr>
          <a:xfrm>
            <a:off x="1595870" y="10749184"/>
            <a:ext cx="12562800" cy="7389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análise de dados urbanos ainda representa um desafio para empresas e gestores públicos. Embora existam diversas fontes como IBGE e órgãos estaduais, essas informações são dispersas, técnicas e pouco acessíveis para interpretação prática.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Na maioria dos casos, decisões territoriais são tomadas sem o apoio de análises estruturadas, o que aumenta a incerteza e dificulta a comparação entre regiões, limitando o uso estratégico dos dados disponíveis.</a:t>
            </a:r>
            <a:endParaRPr lang="en-US"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7" name="Google Shape;137;p1"/>
          <p:cNvSpPr txBox="1"/>
          <p:nvPr/>
        </p:nvSpPr>
        <p:spPr>
          <a:xfrm>
            <a:off x="1570066" y="21125709"/>
            <a:ext cx="12562800" cy="7389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Diante desse cenário, a </a:t>
            </a:r>
            <a:r>
              <a:rPr lang="pt-BR" sz="343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Urbanis</a:t>
            </a: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propõe a construção de um indicador exploratório denominado </a:t>
            </a:r>
            <a:r>
              <a:rPr lang="pt-BR" sz="343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UrbanScore</a:t>
            </a: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capaz de sintetizar diferentes características urbanas em uma métrica comparável entre regiões.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pt-BR" sz="3430" dirty="0">
              <a:latin typeface="Open Sans"/>
              <a:ea typeface="Open Sans"/>
              <a:cs typeface="Open Sans"/>
              <a:sym typeface="Open Sans"/>
            </a:endParaRP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 modelo combina variáveis como densidade demográfica e uma aproximação de infraestrutura urbana, permitindo gerar uma visão integrada do território. A proposta é reduzir a complexidade dos dados e apoiar análises comparativas, sem caráter decisório.</a:t>
            </a:r>
            <a:endParaRPr sz="343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38" name="Google Shape;138;p1"/>
          <p:cNvSpPr txBox="1"/>
          <p:nvPr/>
        </p:nvSpPr>
        <p:spPr>
          <a:xfrm>
            <a:off x="136933" y="39681833"/>
            <a:ext cx="28242600" cy="183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 b="1">
                <a:latin typeface="Open Sans"/>
                <a:ea typeface="Open Sans"/>
                <a:cs typeface="Open Sans"/>
                <a:sym typeface="Open Sans"/>
              </a:rPr>
              <a:t>IV </a:t>
            </a:r>
            <a:r>
              <a:rPr lang="en-US" sz="4955" b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SEMANA FECAP DE TECNOLOGIA - 2026</a:t>
            </a:r>
            <a:endParaRPr/>
          </a:p>
          <a:p>
            <a:pPr marL="0" marR="0" lvl="0" indent="0" algn="ctr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955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Fundação Escola de Comércio Álvares Penteado - FECAP</a:t>
            </a:r>
            <a:endParaRPr/>
          </a:p>
        </p:txBody>
      </p:sp>
      <p:sp>
        <p:nvSpPr>
          <p:cNvPr id="139" name="Google Shape;139;p1"/>
          <p:cNvSpPr txBox="1"/>
          <p:nvPr/>
        </p:nvSpPr>
        <p:spPr>
          <a:xfrm>
            <a:off x="15617816" y="10880630"/>
            <a:ext cx="11904157" cy="81288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 aplicação do modelo evidenciou variações entre os distritos analisados, principalmente em relação à densidade demográfica. O </a:t>
            </a:r>
            <a:r>
              <a:rPr lang="pt-BR" sz="343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UrbanScore</a:t>
            </a: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permitiu organizar essas diferenças em uma métrica padronizada, facilitando a comparação entre regiões.</a:t>
            </a:r>
          </a:p>
          <a:p>
            <a:pPr marL="0" marR="0" lvl="0" indent="0" algn="just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343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Observa-se que distritos mais densos tendem a apresentar valores mais elevados no indicador, enquanto regiões com menor densidade apresentam valores inferiores dentro da distribuição analisada. Os resultados possuem caráter exploratório e refletem exclusivamente as variáveis consideradas no modelo.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DA9E27D-867D-47CB-7FD9-DBCC62F24F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IBGE (Censo 2022)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SEADE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GeoSampa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152005F-C934-4F38-5733-6E1A4D281E1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400" y="15240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IBGE (Censo 2022)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SEADE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GeoSampa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89E822B-409B-C307-D638-6D5522F0B3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4800" y="30480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IBGE (Censo 2022)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SEADE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GeoSampa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F7418DE-CCD8-9636-BB45-EA954D5DCD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" y="457200"/>
            <a:ext cx="28800425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pt-BR" altLang="pt-BR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IBGE (Censo 2022)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SEADE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pt-BR" altLang="pt-BR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GeoSampa </a:t>
            </a:r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19CAC44-FA23-DF91-8B08-BF28480EC9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8739" y="20868912"/>
            <a:ext cx="12447789" cy="7421343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371</Words>
  <Application>Microsoft Office PowerPoint</Application>
  <PresentationFormat>Personalizar</PresentationFormat>
  <Paragraphs>46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6" baseType="lpstr">
      <vt:lpstr>Calibri</vt:lpstr>
      <vt:lpstr>Open Sans</vt:lpstr>
      <vt:lpstr>Arial</vt:lpstr>
      <vt:lpstr>Inter</vt:lpstr>
      <vt:lpstr>Office Theme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Renan Silva12345 24026623</cp:lastModifiedBy>
  <cp:revision>1</cp:revision>
  <dcterms:created xsi:type="dcterms:W3CDTF">2006-08-16T00:00:00Z</dcterms:created>
  <dcterms:modified xsi:type="dcterms:W3CDTF">2026-05-05T14:42:33Z</dcterms:modified>
</cp:coreProperties>
</file>